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Work Sans Medium"/>
      <p:regular r:id="rId18"/>
      <p:bold r:id="rId19"/>
      <p:italic r:id="rId20"/>
      <p:boldItalic r:id="rId21"/>
    </p:embeddedFont>
    <p:embeddedFont>
      <p:font typeface="Work Sans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italic.fntdata"/><Relationship Id="rId22" Type="http://schemas.openxmlformats.org/officeDocument/2006/relationships/font" Target="fonts/WorkSansLight-regular.fntdata"/><Relationship Id="rId21" Type="http://schemas.openxmlformats.org/officeDocument/2006/relationships/font" Target="fonts/WorkSansMedium-boldItalic.fntdata"/><Relationship Id="rId24" Type="http://schemas.openxmlformats.org/officeDocument/2006/relationships/font" Target="fonts/WorkSansLight-italic.fntdata"/><Relationship Id="rId23" Type="http://schemas.openxmlformats.org/officeDocument/2006/relationships/font" Target="fonts/WorkSa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Work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bold.fntdata"/><Relationship Id="rId18" Type="http://schemas.openxmlformats.org/officeDocument/2006/relationships/font" Target="fonts/Work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://drive.google.com/file/d/1D3334_I159TUfRmdaV4oVl_1GzXS_o13/view" TargetMode="External"/><Relationship Id="rId5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document/d/14bi5Di5P21oaj4p4VwTvuztFw58GtIF6/edit#heading=h.a3ya6pko70x" TargetMode="External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s://drive.google.com/drive/folders/1dLMnaiJ0-08F-cBwbSTHY89-SFYl9C86?usp=drive_link" TargetMode="External"/><Relationship Id="rId5" Type="http://schemas.openxmlformats.org/officeDocument/2006/relationships/image" Target="../media/image13.png"/><Relationship Id="rId6" Type="http://schemas.openxmlformats.org/officeDocument/2006/relationships/hyperlink" Target="https://drive.google.com/drive/folders/1dLMnaiJ0-08F-cBwbSTHY89-SFYl9C86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document/d/1mdzLO2_qPOTvO7wsVzKdrwdA3sTPDccb/edit#heading=h.59j1pv92bfjs" TargetMode="External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1085996" y="2448675"/>
            <a:ext cx="6545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Proyectos productivo </a:t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Yesenia Montoya Silva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Eilin Jireth Martin Loaiza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Jade Valentina Cupitra Largo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Moises Agustin Stredel Berrocal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F3F3F"/>
                </a:solidFill>
              </a:rPr>
              <a:t>Camilo Andres Zambrano Vasquez</a:t>
            </a:r>
            <a:endParaRPr b="1" sz="20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2734343" y="2228671"/>
            <a:ext cx="6723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PrintSmart 3D</a:t>
            </a:r>
            <a:endParaRPr b="1" i="0" sz="5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8"/>
          <p:cNvSpPr txBox="1"/>
          <p:nvPr/>
        </p:nvSpPr>
        <p:spPr>
          <a:xfrm>
            <a:off x="4168816" y="3463724"/>
            <a:ext cx="3854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inteligente para el análisis, gestión y optimización de costos en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305450" y="1704972"/>
            <a:ext cx="88815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373800" y="2637046"/>
            <a:ext cx="44475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Actualmente, en el emprendimiento PrintSmart 3D, el cálculo de costos de impresión se realiza de forma empírica, sin considerar variables como el consumo real de material, el tiempo de impresión, el gasto energético y el desgaste de los equipos.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Además, no se cuenta con un sistema organizado para el control de inventario de filamentos, lo que genera: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Pérdidas económicas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Falta de control del stock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Dificultad en la gestión de pedidos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8925" l="4537" r="4719" t="0"/>
          <a:stretch/>
        </p:blipFill>
        <p:spPr>
          <a:xfrm>
            <a:off x="7791855" y="1657215"/>
            <a:ext cx="4005175" cy="432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956475" y="1935850"/>
            <a:ext cx="50049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Pregunta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174441" y="2926122"/>
            <a:ext cx="4447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¿De qué manera se puede desarrollar un sistema de información que permita gestionar el control de inventario, calcular costos y optimizar los procesos de producción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un negocio de impresión 3D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 title="VID-20260304-WA001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000" y="1091175"/>
            <a:ext cx="5846996" cy="57668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820827" y="2074435"/>
            <a:ext cx="4620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958768" y="2993800"/>
            <a:ext cx="3854400" cy="15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solución informática que permita gestionar el inventario de materiales, calcular los costos de producción y administrar los pedidos  de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5264" y="1410511"/>
            <a:ext cx="6798123" cy="403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1031008" y="1159059"/>
            <a:ext cx="612855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569990" y="2101142"/>
            <a:ext cx="4447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autenticación y control de acceso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387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</a:t>
            </a:r>
            <a:r>
              <a:rPr lang="en-US" sz="1600">
                <a:solidFill>
                  <a:schemeClr val="dk1"/>
                </a:solidFill>
              </a:rPr>
              <a:t>el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y control del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los pedidos de impresión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los costos de producción de manera automática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de producción, costos e inventario.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pecíficos :: Escuela de Valores EMFA"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719" y="1231641"/>
            <a:ext cx="4776306" cy="467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07670" y="764540"/>
            <a:ext cx="3327400" cy="77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1: Gestión de Usuarios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Cierre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(Administrador / Operador)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2: Inventario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filamentos (tipo, color, peso, precio)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stock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entradas y salidas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Alertas de bajo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3:  Pedidos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modelos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Asociar material al pedido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 del pedido (pendiente, en proceso, terminado)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6995" l="44735" r="0" t="-6995"/>
          <a:stretch/>
        </p:blipFill>
        <p:spPr>
          <a:xfrm>
            <a:off x="4439920" y="1124585"/>
            <a:ext cx="3034030" cy="3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7967980" y="1628775"/>
            <a:ext cx="3327400" cy="296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4: Cálculo de Costos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basado en: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usado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 de impresión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 energético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de precio final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5: Reporte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inventario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costos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producción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1171198" y="1687456"/>
            <a:ext cx="5959813" cy="7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879369" y="2615682"/>
            <a:ext cx="4334700" cy="255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PrintSmart 3D permitirá optimizar la gestión del negocio mediante el control automatizado del inventario, el cálculo preciso de costos y la organización de los pedidos.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 reducirá pérdidas económicas, mejorará la toma de decisiones y aumentará la eficiencia operativa.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b="27302" l="25820" r="29188" t="11690"/>
          <a:stretch/>
        </p:blipFill>
        <p:spPr>
          <a:xfrm>
            <a:off x="6306206" y="2076855"/>
            <a:ext cx="5580007" cy="338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/>
          <p:cNvPicPr preferRelativeResize="0"/>
          <p:nvPr/>
        </p:nvPicPr>
        <p:blipFill rotWithShape="1">
          <a:blip r:embed="rId4">
            <a:alphaModFix/>
          </a:blip>
          <a:srcRect b="7132" l="16436" r="35931" t="1058"/>
          <a:stretch/>
        </p:blipFill>
        <p:spPr>
          <a:xfrm>
            <a:off x="6145685" y="1242463"/>
            <a:ext cx="5619542" cy="4847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594273" y="2065870"/>
            <a:ext cx="5959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923520" y="3127390"/>
            <a:ext cx="4093200" cy="181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permitirá: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básica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de costos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Recolección de información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911650" y="1730025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Entrevista.docx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7875" y="1994377"/>
            <a:ext cx="4832451" cy="3221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BPMN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74" name="Google Shape;174;p27">
            <a:hlinkClick r:id="rId4"/>
          </p:cNvPr>
          <p:cNvSpPr txBox="1"/>
          <p:nvPr/>
        </p:nvSpPr>
        <p:spPr>
          <a:xfrm>
            <a:off x="165775" y="1543550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575" y="1429046"/>
            <a:ext cx="4116550" cy="3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4288825" y="3190700"/>
            <a:ext cx="4185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839100" y="1491750"/>
            <a:ext cx="4668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Diagrama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/ IEEE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621575" y="1636800"/>
            <a:ext cx="5166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ESPECIFICACIÓN DE REQUISITOS DE SOFTWARE.docx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4650" y="1919563"/>
            <a:ext cx="6199275" cy="24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89" name="Google Shape;1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